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6.xml"/><Relationship Id="rId2" Type="http://schemas.openxmlformats.org/officeDocument/2006/relationships/tags" Target="../tags/tag63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image" Target="../media/image6.png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image" Target="../media/image5.png"/><Relationship Id="rId10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78.xml"/><Relationship Id="rId3" Type="http://schemas.openxmlformats.org/officeDocument/2006/relationships/image" Target="../media/image6.png"/><Relationship Id="rId2" Type="http://schemas.openxmlformats.org/officeDocument/2006/relationships/tags" Target="../tags/tag7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" y="785495"/>
            <a:ext cx="10175875" cy="24301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80005" y="3335020"/>
            <a:ext cx="1710055" cy="123634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>
            <p:custDataLst>
              <p:tags r:id="rId4"/>
            </p:custDataLst>
          </p:nvPr>
        </p:nvCxnSpPr>
        <p:spPr>
          <a:xfrm flipH="1">
            <a:off x="1654810" y="3040380"/>
            <a:ext cx="111760" cy="365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5"/>
            </p:custDataLst>
          </p:nvPr>
        </p:nvCxnSpPr>
        <p:spPr>
          <a:xfrm>
            <a:off x="3036570" y="3002280"/>
            <a:ext cx="172720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" y="4832985"/>
            <a:ext cx="3408680" cy="193675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81623" y="205740"/>
            <a:ext cx="7830185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、高收入用户选择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美国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35-44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岁，年收入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$150k+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男性）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0815" y="4333875"/>
            <a:ext cx="4278630" cy="21139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20815" y="3977640"/>
            <a:ext cx="5445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被访者平时着装风格以休闲、</a:t>
            </a:r>
            <a:r>
              <a:rPr lang="en-US" altLang="zh-CN" sz="1400"/>
              <a:t> </a:t>
            </a:r>
            <a:r>
              <a:rPr lang="zh-CN" altLang="en-US" sz="1400"/>
              <a:t>商务、经典为主。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>
            <p:custDataLst>
              <p:tags r:id="rId8"/>
            </p:custDataLst>
          </p:nvPr>
        </p:nvCxnSpPr>
        <p:spPr>
          <a:xfrm>
            <a:off x="4289425" y="2961640"/>
            <a:ext cx="421640" cy="345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595630" y="3293110"/>
            <a:ext cx="1819910" cy="1539875"/>
            <a:chOff x="938" y="5186"/>
            <a:chExt cx="2866" cy="2425"/>
          </a:xfrm>
        </p:grpSpPr>
        <p:pic>
          <p:nvPicPr>
            <p:cNvPr id="5" name="图片 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38" y="5186"/>
              <a:ext cx="2867" cy="1942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>
              <p:custDataLst>
                <p:tags r:id="rId12"/>
              </p:custDataLst>
            </p:nvPr>
          </p:nvSpPr>
          <p:spPr>
            <a:xfrm>
              <a:off x="2091" y="7031"/>
              <a:ext cx="10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A</a:t>
              </a:r>
              <a:endParaRPr lang="en-US" altLang="zh-CN" b="1"/>
            </a:p>
          </p:txBody>
        </p:sp>
      </p:grpSp>
      <p:grpSp>
        <p:nvGrpSpPr>
          <p:cNvPr id="22" name="组合 21"/>
          <p:cNvGrpSpPr/>
          <p:nvPr>
            <p:custDataLst>
              <p:tags r:id="rId13"/>
            </p:custDataLst>
          </p:nvPr>
        </p:nvGrpSpPr>
        <p:grpSpPr>
          <a:xfrm>
            <a:off x="4497070" y="3307080"/>
            <a:ext cx="1816100" cy="1587500"/>
            <a:chOff x="7082" y="5208"/>
            <a:chExt cx="2860" cy="2500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7082" y="5208"/>
              <a:ext cx="2861" cy="2103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8147" y="7128"/>
              <a:ext cx="10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B</a:t>
              </a:r>
              <a:endParaRPr lang="en-US" altLang="zh-CN" b="1"/>
            </a:p>
          </p:txBody>
        </p:sp>
      </p:grpSp>
      <p:grpSp>
        <p:nvGrpSpPr>
          <p:cNvPr id="25" name="组合 24"/>
          <p:cNvGrpSpPr/>
          <p:nvPr>
            <p:custDataLst>
              <p:tags r:id="rId17"/>
            </p:custDataLst>
          </p:nvPr>
        </p:nvGrpSpPr>
        <p:grpSpPr>
          <a:xfrm>
            <a:off x="2653030" y="3335020"/>
            <a:ext cx="1710055" cy="1497965"/>
            <a:chOff x="4178" y="5252"/>
            <a:chExt cx="2693" cy="2359"/>
          </a:xfrm>
        </p:grpSpPr>
        <p:pic>
          <p:nvPicPr>
            <p:cNvPr id="23" name="图片 22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4178" y="5252"/>
              <a:ext cx="2693" cy="1947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>
              <p:custDataLst>
                <p:tags r:id="rId19"/>
              </p:custDataLst>
            </p:nvPr>
          </p:nvSpPr>
          <p:spPr>
            <a:xfrm>
              <a:off x="5374" y="7031"/>
              <a:ext cx="10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G</a:t>
              </a:r>
              <a:endParaRPr lang="en-US" altLang="zh-CN" b="1"/>
            </a:p>
          </p:txBody>
        </p:sp>
      </p:grpSp>
    </p:spTree>
    <p:custDataLst>
      <p:tags r:id="rId2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39688" y="205740"/>
            <a:ext cx="6566535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用户选择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美国时尚类型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KOL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男性</a:t>
            </a:r>
            <a:r>
              <a:rPr lang="en-US" altLang="zh-CN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名）</a:t>
            </a:r>
            <a:endParaRPr lang="zh-CN" altLang="en-US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50" y="1041400"/>
            <a:ext cx="8793480" cy="134112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948055" y="2284730"/>
            <a:ext cx="1656024" cy="1472068"/>
            <a:chOff x="1493" y="3598"/>
            <a:chExt cx="2861" cy="2561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1493" y="3598"/>
              <a:ext cx="2861" cy="2103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>
              <p:custDataLst>
                <p:tags r:id="rId4"/>
              </p:custDataLst>
            </p:nvPr>
          </p:nvSpPr>
          <p:spPr>
            <a:xfrm>
              <a:off x="2419" y="5518"/>
              <a:ext cx="1009" cy="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B</a:t>
              </a:r>
              <a:endParaRPr lang="en-US" altLang="zh-CN" b="1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395" y="4465320"/>
            <a:ext cx="5909945" cy="207835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20815" y="3977640"/>
            <a:ext cx="5445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被访者平时着装风格以休闲为主。</a:t>
            </a:r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960" y="4689475"/>
            <a:ext cx="1950720" cy="1348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5450" y="4284345"/>
            <a:ext cx="5445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原因关键原因：符合他的风格。</a:t>
            </a:r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3985" y="2284730"/>
            <a:ext cx="1700530" cy="12966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4365" y="2284730"/>
            <a:ext cx="1586865" cy="12738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4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5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6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7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8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69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0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1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2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3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4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5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8.xml><?xml version="1.0" encoding="utf-8"?>
<p:tagLst xmlns:p="http://schemas.openxmlformats.org/presentationml/2006/main">
  <p:tag name="KSO_WM_DIAGRAM_VIRTUALLY_FRAME" val="{&quot;height&quot;:152.2,&quot;left&quot;:46.9,&quot;top&quot;:233.2,&quot;width&quot;:450.2}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18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OCD</cp:lastModifiedBy>
  <cp:revision>164</cp:revision>
  <dcterms:created xsi:type="dcterms:W3CDTF">2019-06-19T02:08:00Z</dcterms:created>
  <dcterms:modified xsi:type="dcterms:W3CDTF">2026-01-26T04:03:01Z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35D3EB2E55394861BB50BB0910235661_13</vt:lpwstr>
  </property>
</Properties>
</file>